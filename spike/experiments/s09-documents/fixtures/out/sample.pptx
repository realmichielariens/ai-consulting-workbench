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CANARY-PPTX-NOTES: Go-live date is 2027-03-01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S9 Sample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CANARY-FACT-ERP: ERP vendor is Contoso ERP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notes for the go-live 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