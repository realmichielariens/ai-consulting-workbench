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S9 Export Test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EXPORT-CANARY-1: this bullet must survive the round trip</a:t>
            </a:r>
          </a:p>
          <a:p>
            <a:r>
              <a:t>Second bullet on 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EXPORT-CANARY-2: distinct fact on slide two</a:t>
            </a:r>
          </a:p>
          <a:p>
            <a:r>
              <a:t>Another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